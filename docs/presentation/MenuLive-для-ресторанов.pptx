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MenuLive: видео блюда появляется прямо на бумажном меню ресторана. Без приложения, в обычном браузере.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Бумажное меню продаёт только текстом. Гость не видит блюдо и выбирает привычное.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Гость сканирует QR на столе, наводит камеру на бумажное меню, блюдо появляется на странице.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Движение, честные цифры и подсказка сочетаний. Три вещи, ради которых гость смотрит.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эффекта: чек, скорость обслуживания, языки и бесплатный контент в соцсетях.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Берём только проверяемые цифры и всегда подписываем источник.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Никаких установок и никакой смены оборудования в зале.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 первой встречи до запуска примерно неделя.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Разовая настройка плюс подписка по числу блюд. Пилот две недели бесплатно.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Считаем на числах ресторана. Подписка окупается небольшим приростом выручки.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Всё, что нужно от ресторана на старте.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Наведите камеру на QR и попробуйте демо прямо на встрече.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Windows\Temp\claude\J--Cloude-3D-AXROR\aa529b4e-24fc-49e2-a15e-8bd6bec5c707\scratchpad\img\title-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0E">
              <a:alpha val="74000"/>
            </a:srgbClr>
          </a:solidFill>
          <a:ln w="12700">
            <a:solidFill>
              <a:srgbClr val="12100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77240" y="21488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pPr indent="0" marL="0">
              <a:buNone/>
            </a:pPr>
            <a:r>
              <a:rPr lang="en-US" sz="7200" b="1" spc="-10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Меню, которое оживает прямо на бумаге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Демо: armenu.shumtuber.uz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Windows\Temp\claude\J--Cloude-3D-AXROR\aa529b4e-24fc-49e2-a15e-8bd6bec5c707\scratchpad\img\menu-pap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669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144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Гость выбирает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глазами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0632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меню только строчки и цены.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9319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Гость берёт то же, что и всегда.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8006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Новое и маржинальное блюдо остаются незамеченными.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Windows\Temp\claude\J--Cloude-3D-AXROR\aa529b4e-24fc-49e2-a15e-8bd6bec5c707\scratchpad\img\phone-di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6735" y="457200"/>
            <a:ext cx="4709160" cy="5943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669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144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Блюдо появляется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 на меню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77240" y="3108960"/>
            <a:ext cx="402336" cy="402336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35608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Сканирует QR на столе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7240" y="3886200"/>
            <a:ext cx="402336" cy="402336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35608" y="38587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Наводит камеру на бумажное меню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77240" y="4663440"/>
            <a:ext cx="402336" cy="402336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663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35608" y="4636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Блюдо появляется на странице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C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приложения. Обычный браузер.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ВИДИТ ГОСТЬ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вещи, которые видит гость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402336" cy="402336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35608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Блюдо в движении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2715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фото, а короткое видео подачи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520440"/>
            <a:ext cx="402336" cy="402336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и цифры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3858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Вес, калории, аллергены, значки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663440"/>
            <a:ext cx="402336" cy="402336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663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взять к блюду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35608" y="5001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Подсказка сочетаний в карточке</a:t>
            </a:r>
            <a:endParaRPr lang="en-US" sz="1400" dirty="0"/>
          </a:p>
        </p:txBody>
      </p:sp>
      <p:pic>
        <p:nvPicPr>
          <p:cNvPr id="16" name="Image 0" descr="C:\Windows\Temp\claude\J--Cloude-3D-AXROR\aa529b4e-24fc-49e2-a15e-8bd6bec5c707\scratchpad\img\card-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455" y="2697480"/>
            <a:ext cx="4572000" cy="272966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842455" y="5591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блюда в интерфейсе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ВЫГОДА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даёт ресторану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5166360" cy="1508760"/>
          </a:xfrm>
          <a:prstGeom prst="roundRect">
            <a:avLst>
              <a:gd name="adj" fmla="val 9697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788920"/>
            <a:ext cx="384048" cy="384048"/>
          </a:xfrm>
          <a:prstGeom prst="ellipse">
            <a:avLst/>
          </a:prstGeom>
          <a:solidFill>
            <a:srgbClr val="46C6A8"/>
          </a:solidFill>
          <a:ln w="12700">
            <a:solidFill>
              <a:srgbClr val="46C6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7614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832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Подсказка сочетаний работает мягко, без давления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6208" y="2468880"/>
            <a:ext cx="5166360" cy="1508760"/>
          </a:xfrm>
          <a:prstGeom prst="roundRect">
            <a:avLst>
              <a:gd name="adj" fmla="val 9697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2788920"/>
            <a:ext cx="384048" cy="384048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624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04888" y="27614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 собран заранее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33832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Официант получает готовый список с экрана гостя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4343400"/>
            <a:ext cx="5166360" cy="1508760"/>
          </a:xfrm>
          <a:prstGeom prst="roundRect">
            <a:avLst>
              <a:gd name="adj" fmla="val 9697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663440"/>
            <a:ext cx="384048" cy="384048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636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языка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578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Узбекский, русский и английский в одном меню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36208" y="4343400"/>
            <a:ext cx="5166360" cy="1508760"/>
          </a:xfrm>
          <a:prstGeom prst="roundRect">
            <a:avLst>
              <a:gd name="adj" fmla="val 9697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6248" y="4663440"/>
            <a:ext cx="384048" cy="384048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6248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4636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Гость снимает и постит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556248" y="52578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заведение попадает в его сторис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Цифры, у которых есть источник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332378" cy="2743200"/>
          </a:xfrm>
          <a:prstGeom prst="roundRect">
            <a:avLst>
              <a:gd name="adj" fmla="val 5333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96312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520440"/>
            <a:ext cx="2692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блюдо с движением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заказывали чаще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233672"/>
            <a:ext cx="2692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A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Frontiers in Computer Science, 2021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29658" y="2148840"/>
            <a:ext cx="3332378" cy="2743200"/>
          </a:xfrm>
          <a:prstGeom prst="roundRect">
            <a:avLst>
              <a:gd name="adj" fmla="val 5333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49698" y="2496312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11,7 млн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749698" y="3520440"/>
            <a:ext cx="2692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иностранных гостей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2025 году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49698" y="4233672"/>
            <a:ext cx="2692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A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Госкомстат Узбекистана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82077" y="2148840"/>
            <a:ext cx="3332378" cy="2743200"/>
          </a:xfrm>
          <a:prstGeom prst="roundRect">
            <a:avLst>
              <a:gd name="adj" fmla="val 5333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2496312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520440"/>
            <a:ext cx="26922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заведений без меню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узбекском, из 700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4233672"/>
            <a:ext cx="2692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A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Комитет по конкуренции, 2024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44068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данные исследований и госорганов, а не наши обещания.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Windows\Temp\claude\J--Cloude-3D-AXROR\aa529b4e-24fc-49e2-a15e-8bd6bec5c707\scratchpad\img\phone-wel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1255" y="1051560"/>
            <a:ext cx="2651760" cy="53863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66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УСТАНОВКИ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144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не приложение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77240" y="2286000"/>
            <a:ext cx="384048" cy="384048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24942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Гость ничего не устанавливает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3154680"/>
            <a:ext cx="384048" cy="384048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311810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на iPhone и Android в браузере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4023360"/>
            <a:ext cx="384048" cy="384048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398678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Бумажное меню остаётся, в зале ничего не меняем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4892040"/>
            <a:ext cx="384048" cy="384048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485546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камеры - гость всё равно видит меню с видео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внедряем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2467280" cy="2697480"/>
          </a:xfrm>
          <a:prstGeom prst="roundRect">
            <a:avLst>
              <a:gd name="adj" fmla="val 5930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487168"/>
            <a:ext cx="420624" cy="420624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10896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Съёмка или генерация видео блюд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4325112"/>
            <a:ext cx="188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дней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00552" y="2194560"/>
            <a:ext cx="2467280" cy="2697480"/>
          </a:xfrm>
          <a:prstGeom prst="roundRect">
            <a:avLst>
              <a:gd name="adj" fmla="val 5930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3160" y="2487168"/>
            <a:ext cx="420624" cy="420624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316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93160" y="310896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Разметка меню и компиляция маркера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93160" y="4325112"/>
            <a:ext cx="188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день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23864" y="2194560"/>
            <a:ext cx="2467280" cy="2697480"/>
          </a:xfrm>
          <a:prstGeom prst="roundRect">
            <a:avLst>
              <a:gd name="adj" fmla="val 5930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6472" y="2487168"/>
            <a:ext cx="420624" cy="420624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6472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16472" y="310896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Печать QR на стол и тейбл-тенты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16472" y="4325112"/>
            <a:ext cx="188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день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47175" y="2194560"/>
            <a:ext cx="2467280" cy="2697480"/>
          </a:xfrm>
          <a:prstGeom prst="roundRect">
            <a:avLst>
              <a:gd name="adj" fmla="val 5930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9783" y="2487168"/>
            <a:ext cx="420624" cy="420624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9783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39783" y="3108960"/>
            <a:ext cx="1882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и обучение официантов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39783" y="4325112"/>
            <a:ext cx="188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день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6C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около недели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Тарифы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69848" y="2148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ТАРИФ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79476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БЛЮД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2148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6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МЕСЯЦ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6766560" cy="868680"/>
          </a:xfrm>
          <a:prstGeom prst="roundRect">
            <a:avLst>
              <a:gd name="adj" fmla="val 16842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25603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5603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10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5603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600 000 сум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3557016"/>
            <a:ext cx="6766560" cy="868680"/>
          </a:xfrm>
          <a:prstGeom prst="roundRect">
            <a:avLst>
              <a:gd name="adj" fmla="val 16842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3557016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55701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25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557016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1 200 000 сум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4553712"/>
            <a:ext cx="6766560" cy="868680"/>
          </a:xfrm>
          <a:prstGeom prst="roundRect">
            <a:avLst>
              <a:gd name="adj" fmla="val 16842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455371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455371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50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455371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2 000 000 сум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" y="5623560"/>
            <a:ext cx="6181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Premium: английский язык и приоритетная поддержка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2560320"/>
            <a:ext cx="3550615" cy="1051560"/>
          </a:xfrm>
          <a:prstGeom prst="roundRect">
            <a:avLst>
              <a:gd name="adj" fmla="val 13913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2724912"/>
            <a:ext cx="3001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Разовая настройка 3-6 млн сум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3090672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 блюд: съёмка, разметка меню, QR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813048"/>
            <a:ext cx="3550615" cy="1051560"/>
          </a:xfrm>
          <a:prstGeom prst="roundRect">
            <a:avLst>
              <a:gd name="adj" fmla="val 13913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38160" y="3977640"/>
            <a:ext cx="3001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минус два месяца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4343400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Блюдо сверх тарифа 150-250 тыс. сум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5065776"/>
            <a:ext cx="3550615" cy="1051560"/>
          </a:xfrm>
          <a:prstGeom prst="roundRect">
            <a:avLst>
              <a:gd name="adj" fmla="val 13913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38160" y="5230368"/>
            <a:ext cx="3001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C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14 дней бесплатно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5596128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блюд, чтобы попробовать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 на простых числах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108960" cy="1371600"/>
          </a:xfrm>
          <a:prstGeom prst="roundRect">
            <a:avLst>
              <a:gd name="adj" fmla="val 10667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200 000 сум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907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108960" cy="1371600"/>
          </a:xfrm>
          <a:prstGeom prst="roundRect">
            <a:avLst>
              <a:gd name="adj" fmla="val 10667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чеков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907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день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2103120"/>
            <a:ext cx="3291840" cy="1371600"/>
          </a:xfrm>
          <a:prstGeom prst="roundRect">
            <a:avLst>
              <a:gd name="adj" fmla="val 10667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600 млн сум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907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выручки в месяц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977640" y="2642616"/>
            <a:ext cx="292608" cy="292608"/>
          </a:xfrm>
          <a:prstGeom prst="triangl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7635240" y="2642616"/>
            <a:ext cx="292608" cy="292608"/>
          </a:xfrm>
          <a:prstGeom prst="triangl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86200"/>
            <a:ext cx="5486400" cy="1691640"/>
          </a:xfrm>
          <a:prstGeom prst="roundRect">
            <a:avLst>
              <a:gd name="adj" fmla="val 8649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4206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6C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Прирост 3% = 18 млн сум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846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дополнительной выручки в месяц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3886200"/>
            <a:ext cx="4937760" cy="1691640"/>
          </a:xfrm>
          <a:prstGeom prst="roundRect">
            <a:avLst>
              <a:gd name="adj" fmla="val 8649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42062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 1,2 млн сум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48463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тариф Standard, в месяц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8521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расчёт-пример на средних числах, а не гарантия.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ВАС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от вас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10637215" cy="868680"/>
          </a:xfrm>
          <a:prstGeom prst="roundRect">
            <a:avLst>
              <a:gd name="adj" fmla="val 16842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464308"/>
            <a:ext cx="420624" cy="420624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4643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240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Бумажное меню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240280"/>
            <a:ext cx="6293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хорошем качестве, матовая печать без бликов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310128"/>
            <a:ext cx="10637215" cy="868680"/>
          </a:xfrm>
          <a:prstGeom prst="roundRect">
            <a:avLst>
              <a:gd name="adj" fmla="val 16842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534156"/>
            <a:ext cx="420624" cy="420624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5341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3101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 блюд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310128"/>
            <a:ext cx="6293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для старта, лучше хиты и маржинальные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4379976"/>
            <a:ext cx="10637215" cy="868680"/>
          </a:xfrm>
          <a:prstGeom prst="roundRect">
            <a:avLst>
              <a:gd name="adj" fmla="val 16842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604004"/>
            <a:ext cx="420624" cy="420624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6040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37997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блюдам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379976"/>
            <a:ext cx="6293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часа на съёмку в удобное время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5449824"/>
            <a:ext cx="10637215" cy="868680"/>
          </a:xfrm>
          <a:prstGeom prst="roundRect">
            <a:avLst>
              <a:gd name="adj" fmla="val 16842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5673852"/>
            <a:ext cx="420624" cy="420624"/>
          </a:xfrm>
          <a:prstGeom prst="ellipse">
            <a:avLst/>
          </a:prstGeom>
          <a:solidFill>
            <a:srgbClr val="F2B24C"/>
          </a:solidFill>
          <a:ln w="12700">
            <a:solidFill>
              <a:srgbClr val="F2B2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56738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4498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5449824"/>
            <a:ext cx="6293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ответственный человек с вашей стороны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:\Cloude\3D AXROR\assets\brest\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4999" y="1234440"/>
            <a:ext cx="3580856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056359" y="5367528"/>
            <a:ext cx="4678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Наведите камеру телефона на код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41732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Попробуйте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 сейчас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2918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armenu.shumtuber.uz/brest-v2.html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77240" y="4069080"/>
            <a:ext cx="2880360" cy="1188720"/>
          </a:xfrm>
          <a:prstGeom prst="roundRect">
            <a:avLst>
              <a:gd name="adj" fmla="val 12308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45994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+998 __ ___ __ __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931920" y="4069080"/>
            <a:ext cx="2880360" cy="1188720"/>
          </a:xfrm>
          <a:prstGeom prst="roundRect">
            <a:avLst>
              <a:gd name="adj" fmla="val 12308"/>
            </a:avLst>
          </a:prstGeom>
          <a:solidFill>
            <a:srgbClr val="1C1916"/>
          </a:solidFill>
          <a:ln w="12700">
            <a:solidFill>
              <a:srgbClr val="1C191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06240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45994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D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@__________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806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pPr indent="0" marL="0">
              <a:buNone/>
            </a:pPr>
            <a:r>
              <a:rPr lang="en-US" sz="2400" b="1" dirty="0">
                <a:solidFill>
                  <a:srgbClr val="F2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MenuLive для ресторанов</dc:title>
  <dc:subject>PptxGenJS Presentation</dc:subject>
  <dc:creator>MenuLive</dc:creator>
  <cp:lastModifiedBy>MenuLive</cp:lastModifiedBy>
  <cp:revision>1</cp:revision>
  <dcterms:created xsi:type="dcterms:W3CDTF">2026-09-07T09:14:46Z</dcterms:created>
  <dcterms:modified xsi:type="dcterms:W3CDTF">2026-09-07T09:14:46Z</dcterms:modified>
</cp:coreProperties>
</file>